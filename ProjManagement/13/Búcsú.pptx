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notesMasterIdLst>
    <p:notesMasterId r:id="rId12"/>
  </p:notesMasterIdLst>
  <p:handoutMasterIdLst>
    <p:handoutMasterId r:id="rId13"/>
  </p:handoutMasterIdLst>
  <p:sldIdLst>
    <p:sldId id="432" r:id="rId2"/>
    <p:sldId id="439" r:id="rId3"/>
    <p:sldId id="440" r:id="rId4"/>
    <p:sldId id="433" r:id="rId5"/>
    <p:sldId id="434" r:id="rId6"/>
    <p:sldId id="438" r:id="rId7"/>
    <p:sldId id="436" r:id="rId8"/>
    <p:sldId id="435" r:id="rId9"/>
    <p:sldId id="441" r:id="rId10"/>
    <p:sldId id="408" r:id="rId11"/>
  </p:sldIdLst>
  <p:sldSz cx="9144000" cy="6858000" type="screen4x3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niko Ilyes" initials="EI" lastIdx="1" clrIdx="0">
    <p:extLst>
      <p:ext uri="{19B8F6BF-5375-455C-9EA6-DF929625EA0E}">
        <p15:presenceInfo xmlns:p15="http://schemas.microsoft.com/office/powerpoint/2012/main" userId="073219e8400ee53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6724E"/>
    <a:srgbClr val="4948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842" autoAdjust="0"/>
  </p:normalViewPr>
  <p:slideViewPr>
    <p:cSldViewPr>
      <p:cViewPr varScale="1">
        <p:scale>
          <a:sx n="62" d="100"/>
          <a:sy n="62" d="100"/>
        </p:scale>
        <p:origin x="138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100" d="100"/>
          <a:sy n="100" d="100"/>
        </p:scale>
        <p:origin x="3115" y="-394"/>
      </p:cViewPr>
      <p:guideLst>
        <p:guide orient="horz" pos="3156"/>
        <p:guide pos="217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1009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1009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fld id="{C5480E4B-253C-4CAC-8645-D1B61B519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76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1009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1388" y="752475"/>
            <a:ext cx="5005387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7" y="4758157"/>
            <a:ext cx="5510211" cy="4508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1009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fld id="{747A745F-031D-4129-9C3D-4CC2DEC5AB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940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4682"/>
            <a:fld id="{4C522B52-1AD6-4857-B50D-D2E2420124D7}" type="slidenum">
              <a:rPr lang="en-US" smtClean="0"/>
              <a:pPr defTabSz="964682"/>
              <a:t>1</a:t>
            </a:fld>
            <a:endParaRPr lang="en-US" dirty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7985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5459" y="959313"/>
            <a:ext cx="5760741" cy="257189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5459" y="3531205"/>
            <a:ext cx="5760741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5459" y="329308"/>
            <a:ext cx="3392144" cy="30920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6200" y="131730"/>
            <a:ext cx="802005" cy="503578"/>
          </a:xfrm>
        </p:spPr>
        <p:txBody>
          <a:bodyPr/>
          <a:lstStyle/>
          <a:p>
            <a:pPr>
              <a:defRPr/>
            </a:pPr>
            <a:fld id="{E8FCCD30-07D4-41FE-9D57-5014BFD245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234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3B17E5-C457-4297-BDE7-E43B45805AC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246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1756130"/>
            <a:ext cx="5764142" cy="2050066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5460" y="3806196"/>
            <a:ext cx="576414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535314-2042-4B54-A736-61F6AD8671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443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959314"/>
            <a:ext cx="6564015" cy="10441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5459" y="2172548"/>
            <a:ext cx="3125871" cy="32789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3822" y="2172548"/>
            <a:ext cx="3125652" cy="327894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1BEFDA-E99A-4D41-8333-0C32F9551E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95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652" y="959903"/>
            <a:ext cx="6571344" cy="1044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131" y="2169094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8131" y="2973815"/>
            <a:ext cx="3125766" cy="24916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3822" y="2172548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3822" y="2971035"/>
            <a:ext cx="3125652" cy="24849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F47641-861F-4814-8B79-B97FA695A9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923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47B3DD-CEDE-49DD-AB86-4B06F19829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995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872202-3281-44D3-98CF-738D941B0C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51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041" y="959313"/>
            <a:ext cx="2425950" cy="224205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9877" y="960890"/>
            <a:ext cx="3828178" cy="449691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041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30A95A-CA8B-4B38-AB15-C91730F99A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462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077" y="1129512"/>
            <a:ext cx="3386166" cy="191848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1420" y="3057166"/>
            <a:ext cx="3390817" cy="2092568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4592" y="5469857"/>
            <a:ext cx="3393977" cy="320123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459" y="318641"/>
            <a:ext cx="2601032" cy="32093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726491" y="131730"/>
            <a:ext cx="795746" cy="503578"/>
          </a:xfrm>
        </p:spPr>
        <p:txBody>
          <a:bodyPr/>
          <a:lstStyle/>
          <a:p>
            <a:pPr>
              <a:defRPr/>
            </a:pPr>
            <a:fld id="{52DF02FD-BF36-43C3-AC94-7C918C2B66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70363" b="36435"/>
          <a:stretch/>
        </p:blipFill>
        <p:spPr>
          <a:xfrm>
            <a:off x="1125460" y="643464"/>
            <a:ext cx="339242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306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5213F2-8DD6-4C11-ADE4-B55F8C6389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1752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447" y="796298"/>
            <a:ext cx="1103027" cy="466256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1910" y="796298"/>
            <a:ext cx="5301095" cy="466256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4C950F-F20D-408C-9358-7E11B1877A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59215" b="36435"/>
          <a:stretch/>
        </p:blipFill>
        <p:spPr>
          <a:xfrm rot="5400000">
            <a:off x="5605390" y="3050294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325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854"/>
            <a:ext cx="9144000" cy="7429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/>
          <p:cNvCxnSpPr/>
          <p:nvPr/>
        </p:nvCxnSpPr>
        <p:spPr>
          <a:xfrm>
            <a:off x="0" y="6121005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8684" y="956172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8684" y="2167385"/>
            <a:ext cx="6571343" cy="328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1309" y="330371"/>
            <a:ext cx="2368292" cy="30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8684" y="329308"/>
            <a:ext cx="3388498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3728" y="131730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C94613A-2D11-4185-B20E-220A3974BD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3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hu-HU" dirty="0"/>
              <a:t>Projektirányítás az informatikában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CFBBB-6F75-4528-ABF1-1C0BE496A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Mind</a:t>
            </a:r>
            <a:r>
              <a:rPr lang="hu-HU" dirty="0"/>
              <a:t>két részvizsgán minimum 25 pont esetén: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CDF54-906E-4B9A-98B6-09F7341A6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4" y="2167385"/>
            <a:ext cx="7024716" cy="3623815"/>
          </a:xfrm>
        </p:spPr>
        <p:txBody>
          <a:bodyPr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dirty="0" err="1"/>
              <a:t>Érdemjegyek</a:t>
            </a:r>
            <a:r>
              <a:rPr lang="en-US" dirty="0"/>
              <a:t> </a:t>
            </a:r>
            <a:r>
              <a:rPr lang="en-US" dirty="0" err="1"/>
              <a:t>alakulása</a:t>
            </a:r>
            <a:r>
              <a:rPr lang="en-US" dirty="0"/>
              <a:t>: 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 err="1"/>
              <a:t>kevesebb</a:t>
            </a:r>
            <a:r>
              <a:rPr lang="en-US" dirty="0"/>
              <a:t> mint 60 </a:t>
            </a:r>
            <a:r>
              <a:rPr lang="en-US" dirty="0" err="1"/>
              <a:t>pont</a:t>
            </a:r>
            <a:r>
              <a:rPr lang="en-US" dirty="0"/>
              <a:t>: </a:t>
            </a:r>
          </a:p>
          <a:p>
            <a:pPr marL="0" indent="0" algn="l">
              <a:buNone/>
            </a:pPr>
            <a:r>
              <a:rPr lang="en-US" dirty="0" err="1"/>
              <a:t>elégtelen</a:t>
            </a:r>
            <a:r>
              <a:rPr lang="en-US" dirty="0"/>
              <a:t> (1) </a:t>
            </a:r>
          </a:p>
          <a:p>
            <a:pPr marL="0" indent="0" algn="l">
              <a:buNone/>
            </a:pPr>
            <a:r>
              <a:rPr lang="en-US" dirty="0"/>
              <a:t>60 - 69 </a:t>
            </a:r>
            <a:r>
              <a:rPr lang="en-US" dirty="0" err="1"/>
              <a:t>pont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en-US" dirty="0"/>
              <a:t>: </a:t>
            </a:r>
            <a:r>
              <a:rPr lang="en-US" dirty="0" err="1"/>
              <a:t>elégséges</a:t>
            </a:r>
            <a:r>
              <a:rPr lang="en-US" dirty="0"/>
              <a:t> (2) </a:t>
            </a:r>
          </a:p>
          <a:p>
            <a:pPr marL="0" indent="0" algn="l">
              <a:buNone/>
            </a:pPr>
            <a:r>
              <a:rPr lang="en-US" dirty="0"/>
              <a:t>70 - 79 </a:t>
            </a:r>
            <a:r>
              <a:rPr lang="en-US" dirty="0" err="1"/>
              <a:t>pont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en-US" dirty="0"/>
              <a:t>: </a:t>
            </a:r>
            <a:r>
              <a:rPr lang="en-US" dirty="0" err="1"/>
              <a:t>közepes</a:t>
            </a:r>
            <a:r>
              <a:rPr lang="en-US" dirty="0"/>
              <a:t> (3) </a:t>
            </a:r>
          </a:p>
          <a:p>
            <a:pPr marL="0" indent="0" algn="l">
              <a:buNone/>
            </a:pPr>
            <a:r>
              <a:rPr lang="en-US" dirty="0"/>
              <a:t>80 - 89 </a:t>
            </a:r>
            <a:r>
              <a:rPr lang="en-US" dirty="0" err="1"/>
              <a:t>pont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en-US" dirty="0"/>
              <a:t>: </a:t>
            </a:r>
            <a:r>
              <a:rPr lang="en-US" dirty="0" err="1"/>
              <a:t>jó</a:t>
            </a:r>
            <a:r>
              <a:rPr lang="en-US" dirty="0"/>
              <a:t> (4) </a:t>
            </a:r>
          </a:p>
          <a:p>
            <a:pPr marL="0" indent="0" algn="l">
              <a:buNone/>
            </a:pPr>
            <a:r>
              <a:rPr lang="en-US" dirty="0"/>
              <a:t>90 – 100 </a:t>
            </a:r>
            <a:r>
              <a:rPr lang="en-US" dirty="0" err="1"/>
              <a:t>pont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en-US" dirty="0"/>
              <a:t>: </a:t>
            </a:r>
            <a:r>
              <a:rPr lang="en-US" dirty="0" err="1"/>
              <a:t>nagyon</a:t>
            </a:r>
            <a:r>
              <a:rPr lang="en-US" dirty="0"/>
              <a:t> </a:t>
            </a:r>
            <a:r>
              <a:rPr lang="en-US" dirty="0" err="1"/>
              <a:t>jó</a:t>
            </a:r>
            <a:r>
              <a:rPr lang="en-US" dirty="0"/>
              <a:t> (5)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 err="1"/>
              <a:t>Jegy</a:t>
            </a:r>
            <a:r>
              <a:rPr lang="en-US" dirty="0"/>
              <a:t> </a:t>
            </a:r>
            <a:r>
              <a:rPr lang="en-US" dirty="0" err="1"/>
              <a:t>elfogad</a:t>
            </a:r>
            <a:r>
              <a:rPr lang="hu-HU" dirty="0"/>
              <a:t>ás:</a:t>
            </a:r>
            <a:r>
              <a:rPr lang="hu-HU" b="1" dirty="0"/>
              <a:t> Jelentkezz a december 24.-ei vizsgára és akkor automatikusan elfogadom. 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5377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F3047-DA6F-4361-B4FE-6D1BEBD7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LEHET</a:t>
            </a:r>
            <a:r>
              <a:rPr lang="hu-HU" dirty="0"/>
              <a:t>ŐSÉG!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6B3A5-4C58-4B79-9AAB-DF65ECF5A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Csak 1. részvizsgát ismételni (45 perc)</a:t>
            </a:r>
          </a:p>
          <a:p>
            <a:r>
              <a:rPr lang="hu-HU" dirty="0"/>
              <a:t>Csak 2. részvizsgát ismételni (45 perc)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hu-HU" dirty="0"/>
          </a:p>
          <a:p>
            <a:r>
              <a:rPr lang="hu-HU" dirty="0"/>
              <a:t>Bármelyik vizsgaalkalmon, de JELENTKEZZ!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007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2E9C-DA87-40AF-93DA-BB194B519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9200" y="2971800"/>
            <a:ext cx="5760741" cy="2571891"/>
          </a:xfrm>
        </p:spPr>
        <p:txBody>
          <a:bodyPr/>
          <a:lstStyle/>
          <a:p>
            <a:r>
              <a:rPr lang="hu-HU" dirty="0"/>
              <a:t>Búcsú … </a:t>
            </a:r>
            <a:endParaRPr lang="en-US" dirty="0"/>
          </a:p>
        </p:txBody>
      </p:sp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907E3FE2-3247-4CFF-96ED-D15B1FBE5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050149"/>
            <a:ext cx="4455377" cy="2971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139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2E9C-DA87-40AF-93DA-BB194B519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0600" y="2971800"/>
            <a:ext cx="5760741" cy="2571891"/>
          </a:xfrm>
        </p:spPr>
        <p:txBody>
          <a:bodyPr/>
          <a:lstStyle/>
          <a:p>
            <a:r>
              <a:rPr lang="hu-HU" dirty="0">
                <a:solidFill>
                  <a:schemeClr val="accent5"/>
                </a:solidFill>
              </a:rPr>
              <a:t>Jusson eszetekbe … 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7DF821-2094-4201-8F2C-C2323E0077A9}"/>
              </a:ext>
            </a:extLst>
          </p:cNvPr>
          <p:cNvSpPr txBox="1"/>
          <p:nvPr/>
        </p:nvSpPr>
        <p:spPr>
          <a:xfrm>
            <a:off x="1143000" y="1304149"/>
            <a:ext cx="4572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Amikor munkahelyet választotok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Amikor </a:t>
            </a:r>
            <a:r>
              <a:rPr lang="hu-HU" sz="2000" b="1" dirty="0" err="1">
                <a:solidFill>
                  <a:schemeClr val="accent1"/>
                </a:solidFill>
              </a:rPr>
              <a:t>interjúztattok</a:t>
            </a:r>
            <a:endParaRPr lang="hu-HU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Amikor nem hatékony a csapat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Amikor konfliktus van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Amikor valamit szervezni kell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endParaRPr lang="hu-HU" sz="2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033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2E9C-DA87-40AF-93DA-BB194B519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0600" y="2971800"/>
            <a:ext cx="5760741" cy="2571891"/>
          </a:xfrm>
        </p:spPr>
        <p:txBody>
          <a:bodyPr/>
          <a:lstStyle/>
          <a:p>
            <a:r>
              <a:rPr lang="hu-HU" dirty="0">
                <a:solidFill>
                  <a:schemeClr val="accent5"/>
                </a:solidFill>
              </a:rPr>
              <a:t>Jusson eszetekbe … 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7DF821-2094-4201-8F2C-C2323E0077A9}"/>
              </a:ext>
            </a:extLst>
          </p:cNvPr>
          <p:cNvSpPr txBox="1"/>
          <p:nvPr/>
        </p:nvSpPr>
        <p:spPr>
          <a:xfrm>
            <a:off x="1143000" y="1304149"/>
            <a:ext cx="55626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Amikor ügyfelekkel kell kommunikálni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Amikor a munka </a:t>
            </a:r>
            <a:r>
              <a:rPr lang="hu-HU" sz="2000" b="1" dirty="0" err="1">
                <a:solidFill>
                  <a:schemeClr val="accent1"/>
                </a:solidFill>
              </a:rPr>
              <a:t>Scrumban</a:t>
            </a:r>
            <a:r>
              <a:rPr lang="hu-HU" sz="2000" b="1" dirty="0">
                <a:solidFill>
                  <a:schemeClr val="accent1"/>
                </a:solidFill>
              </a:rPr>
              <a:t> folyik csak nem agilis </a:t>
            </a:r>
            <a:r>
              <a:rPr lang="en-US" sz="2000" b="1" dirty="0">
                <a:solidFill>
                  <a:schemeClr val="accent1"/>
                </a:solidFill>
              </a:rPr>
              <a:t>:P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 err="1">
                <a:solidFill>
                  <a:schemeClr val="accent1"/>
                </a:solidFill>
              </a:rPr>
              <a:t>Amikor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</a:rPr>
              <a:t>motiv</a:t>
            </a:r>
            <a:r>
              <a:rPr lang="hu-HU" sz="2000" b="1" dirty="0" err="1">
                <a:solidFill>
                  <a:schemeClr val="accent1"/>
                </a:solidFill>
              </a:rPr>
              <a:t>álni</a:t>
            </a:r>
            <a:r>
              <a:rPr lang="hu-HU" sz="2000" b="1" dirty="0">
                <a:solidFill>
                  <a:schemeClr val="accent1"/>
                </a:solidFill>
              </a:rPr>
              <a:t> szeretnétek másokat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Amikor vezetők lesztek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Stb. </a:t>
            </a:r>
            <a:endParaRPr lang="en-US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endParaRPr lang="hu-HU" sz="2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925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2E9C-DA87-40AF-93DA-BB194B519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1520" y="2951480"/>
            <a:ext cx="5760741" cy="2571891"/>
          </a:xfrm>
        </p:spPr>
        <p:txBody>
          <a:bodyPr/>
          <a:lstStyle/>
          <a:p>
            <a:r>
              <a:rPr lang="hu-HU" dirty="0">
                <a:solidFill>
                  <a:schemeClr val="accent5"/>
                </a:solidFill>
              </a:rPr>
              <a:t>Köszönöm … 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7DF821-2094-4201-8F2C-C2323E0077A9}"/>
              </a:ext>
            </a:extLst>
          </p:cNvPr>
          <p:cNvSpPr txBox="1"/>
          <p:nvPr/>
        </p:nvSpPr>
        <p:spPr>
          <a:xfrm>
            <a:off x="1295400" y="1314309"/>
            <a:ext cx="4114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Befogadtatok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Kitartottatok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Bekapcsolódtatok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Vitáztatunk, nevettünk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Jól érezhettem magam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endParaRPr lang="hu-HU" sz="2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907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2E9C-DA87-40AF-93DA-BB194B519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6920" y="3212215"/>
            <a:ext cx="5760741" cy="2571891"/>
          </a:xfrm>
        </p:spPr>
        <p:txBody>
          <a:bodyPr/>
          <a:lstStyle/>
          <a:p>
            <a:r>
              <a:rPr lang="hu-HU" dirty="0">
                <a:solidFill>
                  <a:schemeClr val="accent5"/>
                </a:solidFill>
              </a:rPr>
              <a:t>Kívánom … 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7DF821-2094-4201-8F2C-C2323E0077A9}"/>
              </a:ext>
            </a:extLst>
          </p:cNvPr>
          <p:cNvSpPr txBox="1"/>
          <p:nvPr/>
        </p:nvSpPr>
        <p:spPr>
          <a:xfrm>
            <a:off x="1219200" y="1319389"/>
            <a:ext cx="80772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Használjátok örömmel a tudást!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Olvassatok még sokat!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Érezzétek jól magatokat az ELTE-t!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Sok sikert a karrieretekben!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solidFill>
                  <a:schemeClr val="accent1"/>
                </a:solidFill>
              </a:rPr>
              <a:t>Halljunk még egymásról </a:t>
            </a:r>
            <a:r>
              <a:rPr lang="en-US" sz="2000" b="1" dirty="0">
                <a:solidFill>
                  <a:schemeClr val="accent1"/>
                </a:solidFill>
              </a:rPr>
              <a:t>/ </a:t>
            </a:r>
            <a:r>
              <a:rPr lang="en-US" sz="2000" b="1" dirty="0" err="1">
                <a:solidFill>
                  <a:schemeClr val="accent1"/>
                </a:solidFill>
              </a:rPr>
              <a:t>Dolgozzunk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</a:rPr>
              <a:t>egy</a:t>
            </a:r>
            <a:r>
              <a:rPr lang="hu-HU" sz="2000" b="1" dirty="0" err="1">
                <a:solidFill>
                  <a:schemeClr val="accent1"/>
                </a:solidFill>
              </a:rPr>
              <a:t>ütt</a:t>
            </a:r>
            <a:r>
              <a:rPr lang="hu-HU" sz="2000" b="1" dirty="0">
                <a:solidFill>
                  <a:schemeClr val="accent1"/>
                </a:solidFill>
              </a:rPr>
              <a:t>! </a:t>
            </a:r>
            <a:r>
              <a:rPr lang="hu-HU" sz="2000" b="1" dirty="0">
                <a:solidFill>
                  <a:schemeClr val="accent1"/>
                </a:solidFill>
                <a:sym typeface="Wingdings" panose="05000000000000000000" pitchFamily="2" charset="2"/>
              </a:rPr>
              <a:t>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endParaRPr lang="hu-HU" sz="2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905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CDCA-311E-408C-8BFC-ACE575144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3200" b="1" dirty="0">
                <a:solidFill>
                  <a:schemeClr val="accent1"/>
                </a:solidFill>
                <a:sym typeface="Wingdings" panose="05000000000000000000" pitchFamily="2" charset="2"/>
              </a:rPr>
              <a:t>Várlak titeket …</a:t>
            </a:r>
            <a:br>
              <a:rPr lang="hu-HU" sz="3200" b="1" dirty="0">
                <a:solidFill>
                  <a:schemeClr val="accent1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5A027-083F-4CBB-AC30-E04D3EA81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Scrum mester képzés – </a:t>
            </a:r>
            <a:r>
              <a:rPr lang="hu-HU" dirty="0" err="1"/>
              <a:t>speci</a:t>
            </a:r>
            <a:endParaRPr lang="hu-HU" dirty="0"/>
          </a:p>
          <a:p>
            <a:r>
              <a:rPr lang="hu-HU" dirty="0"/>
              <a:t>Projektvezetés a gyakorlatban – SM szerepkör BSc-sekkel</a:t>
            </a:r>
          </a:p>
          <a:p>
            <a:r>
              <a:rPr lang="hu-HU" dirty="0"/>
              <a:t>Agilis Kutatócsoport – Diplomamunka lehetőség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354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www.kepeslap.com/images/24245/lanchid2_origi.jpg">
            <a:extLst>
              <a:ext uri="{FF2B5EF4-FFF2-40B4-BE49-F238E27FC236}">
                <a16:creationId xmlns:a16="http://schemas.microsoft.com/office/drawing/2014/main" id="{7CC61933-3711-4090-8B76-403005D407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0" r="4971" b="-1"/>
          <a:stretch/>
        </p:blipFill>
        <p:spPr bwMode="auto">
          <a:xfrm>
            <a:off x="20" y="10"/>
            <a:ext cx="914375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743200" y="5193569"/>
            <a:ext cx="3352800" cy="955630"/>
          </a:xfrm>
          <a:solidFill>
            <a:schemeClr val="tx1">
              <a:alpha val="58000"/>
            </a:schemeClr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dirty="0" err="1">
                <a:solidFill>
                  <a:srgbClr val="FFFFFE"/>
                </a:solidFill>
              </a:rPr>
              <a:t>Jó</a:t>
            </a:r>
            <a:r>
              <a:rPr lang="en-US" dirty="0">
                <a:solidFill>
                  <a:srgbClr val="FFFFFE"/>
                </a:solidFill>
              </a:rPr>
              <a:t> </a:t>
            </a:r>
            <a:r>
              <a:rPr lang="en-US" dirty="0" err="1">
                <a:solidFill>
                  <a:srgbClr val="FFFFFE"/>
                </a:solidFill>
              </a:rPr>
              <a:t>éjszakát</a:t>
            </a:r>
            <a:r>
              <a:rPr lang="en-US" dirty="0">
                <a:solidFill>
                  <a:srgbClr val="FFFFFE"/>
                </a:solidFill>
              </a:rPr>
              <a:t> … </a:t>
            </a:r>
          </a:p>
        </p:txBody>
      </p:sp>
    </p:spTree>
    <p:extLst>
      <p:ext uri="{BB962C8B-B14F-4D97-AF65-F5344CB8AC3E}">
        <p14:creationId xmlns:p14="http://schemas.microsoft.com/office/powerpoint/2010/main" val="210971806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04B663"/>
      </a:accent4>
      <a:accent5>
        <a:srgbClr val="DF8822"/>
      </a:accent5>
      <a:accent6>
        <a:srgbClr val="BC410A"/>
      </a:accent6>
      <a:hlink>
        <a:srgbClr val="5977C4"/>
      </a:hlink>
      <a:folHlink>
        <a:srgbClr val="0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5440</TotalTime>
  <Words>223</Words>
  <Application>Microsoft Office PowerPoint</Application>
  <PresentationFormat>On-screen Show (4:3)</PresentationFormat>
  <Paragraphs>68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Wingdings</vt:lpstr>
      <vt:lpstr>Gallery</vt:lpstr>
      <vt:lpstr>Projektirányítás az informatikában </vt:lpstr>
      <vt:lpstr>Mindkét részvizsgán minimum 25 pont esetén:</vt:lpstr>
      <vt:lpstr>LEHETŐSÉG!</vt:lpstr>
      <vt:lpstr>Búcsú … </vt:lpstr>
      <vt:lpstr>Jusson eszetekbe … </vt:lpstr>
      <vt:lpstr>Jusson eszetekbe … </vt:lpstr>
      <vt:lpstr>Köszönöm … </vt:lpstr>
      <vt:lpstr>Kívánom … </vt:lpstr>
      <vt:lpstr>Várlak titeket … </vt:lpstr>
      <vt:lpstr>Jó éjszakát …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Projektirányítás az informatikában </dc:title>
  <dc:creator>Eniko Ilyes</dc:creator>
  <cp:lastModifiedBy>Eniko Ilyes</cp:lastModifiedBy>
  <cp:revision>256</cp:revision>
  <dcterms:created xsi:type="dcterms:W3CDTF">2018-10-18T14:26:32Z</dcterms:created>
  <dcterms:modified xsi:type="dcterms:W3CDTF">2022-12-08T14:32:43Z</dcterms:modified>
</cp:coreProperties>
</file>